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11.png" ContentType="image/png"/>
  <Override PartName="/ppt/media/image7.png" ContentType="image/png"/>
  <Override PartName="/ppt/media/image12.png" ContentType="image/png"/>
  <Override PartName="/ppt/media/image8.png" ContentType="image/png"/>
  <Override PartName="/ppt/media/image13.png" ContentType="image/png"/>
  <Override PartName="/ppt/media/image9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CBBE316-F421-47FE-A091-BD48A1691B1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8F22E80-5110-41A1-9288-A140E15E09B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ED061CD-08A0-4B4D-A418-FA9737B7994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20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1960" y="1326600"/>
            <a:ext cx="442620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3F1BA3-B44C-4E52-B7CD-3203B82B30B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5FA5C6F-5C8D-467D-BC6F-CB139E94D19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6984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EDF8782-4A4E-4308-9528-E1CE3098AF7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1960" y="1326600"/>
            <a:ext cx="442620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38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EE876ED-96F9-4D5A-8687-AA265553EA7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20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196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1960" y="30438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C6E4C08-B1F9-4B80-B743-F11F19A96C6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196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3800"/>
            <a:ext cx="9070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ACC9C2B-A0E5-45A7-8743-475D2723CF8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3800"/>
            <a:ext cx="9070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7C43451-52FF-43B5-95B2-162BE61CF85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196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38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1960" y="30438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21129D0-8FC8-4A12-A887-6304D213A34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084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732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38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0840" y="30438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7320" y="30438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860AB85-CC67-41D7-9AF4-60E51DF6150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9424E1C-F408-44E5-A5A7-B4DF975DA44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92189D8-EAD9-4E86-ACC6-2D7F81CFA93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B29609F-92F2-463F-92EB-DC6627D7DD6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20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5151960" y="1326600"/>
            <a:ext cx="442620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AEEEBA2-3070-407B-B76E-FCEF918BC89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DF0EE9D-C9D6-4C56-A3FD-ED9AD666777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69840" cy="438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43729E3-D240-48C1-AC5F-04E09515C91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51960" y="1326600"/>
            <a:ext cx="442620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504000" y="30438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6AE03DC-6530-46A4-9FBD-49947EBFBEC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20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15196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151960" y="30438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DFF3226-3551-495A-95FF-7448F89AD14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15196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04000" y="3043800"/>
            <a:ext cx="9070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571C1C1-B98D-4541-BF1F-898B46AC0E1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04000" y="3043800"/>
            <a:ext cx="9070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8633827-38AD-4C99-8513-CCDE762DA7E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5151960" y="13266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504000" y="30438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5151960" y="3043800"/>
            <a:ext cx="442620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93FED6A-5870-487C-9366-CEC72D8D3A1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57084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637320" y="13266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504000" y="30438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570840" y="30438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637320" y="3043800"/>
            <a:ext cx="29203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7C08AA6-03FA-4553-9113-5D66B49FACA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B6294A38-7487-4962-B9AE-5981B6151430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CA3159E3-D80A-44C2-8687-20BA6E8925F5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" descr=""/>
          <p:cNvPicPr/>
          <p:nvPr/>
        </p:nvPicPr>
        <p:blipFill>
          <a:blip r:embed="rId1"/>
          <a:stretch/>
        </p:blipFill>
        <p:spPr>
          <a:xfrm>
            <a:off x="3648600" y="1162440"/>
            <a:ext cx="2521800" cy="3636360"/>
          </a:xfrm>
          <a:prstGeom prst="rect">
            <a:avLst/>
          </a:prstGeom>
          <a:ln w="0">
            <a:noFill/>
          </a:ln>
        </p:spPr>
      </p:pic>
      <p:sp>
        <p:nvSpPr>
          <p:cNvPr id="83" name=""/>
          <p:cNvSpPr/>
          <p:nvPr/>
        </p:nvSpPr>
        <p:spPr>
          <a:xfrm flipH="1">
            <a:off x="6123600" y="3922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"/>
          <p:cNvSpPr/>
          <p:nvPr/>
        </p:nvSpPr>
        <p:spPr>
          <a:xfrm>
            <a:off x="6955200" y="3742200"/>
            <a:ext cx="21888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Monomer name 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 flipH="1">
            <a:off x="6132960" y="4246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"/>
          <p:cNvSpPr/>
          <p:nvPr/>
        </p:nvSpPr>
        <p:spPr>
          <a:xfrm flipH="1">
            <a:off x="6142320" y="4534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"/>
          <p:cNvSpPr/>
          <p:nvPr/>
        </p:nvSpPr>
        <p:spPr>
          <a:xfrm>
            <a:off x="6955200" y="4354200"/>
            <a:ext cx="21967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 letter name (PDB)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5871600" y="1143000"/>
            <a:ext cx="455400" cy="25128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9" name=""/>
          <p:cNvSpPr/>
          <p:nvPr/>
        </p:nvSpPr>
        <p:spPr>
          <a:xfrm flipH="1">
            <a:off x="5257800" y="2514600"/>
            <a:ext cx="1600200" cy="2286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0" name=""/>
          <p:cNvSpPr/>
          <p:nvPr/>
        </p:nvSpPr>
        <p:spPr>
          <a:xfrm flipH="1" flipV="1">
            <a:off x="5257800" y="2286000"/>
            <a:ext cx="1609560" cy="2394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1" name=""/>
          <p:cNvSpPr txBox="1"/>
          <p:nvPr/>
        </p:nvSpPr>
        <p:spPr>
          <a:xfrm>
            <a:off x="6955200" y="4101480"/>
            <a:ext cx="1322280" cy="346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BILN name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6955200" y="2338200"/>
            <a:ext cx="218880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R-groups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" descr=""/>
          <p:cNvPicPr/>
          <p:nvPr/>
        </p:nvPicPr>
        <p:blipFill>
          <a:blip r:embed="rId1"/>
          <a:stretch/>
        </p:blipFill>
        <p:spPr>
          <a:xfrm>
            <a:off x="1371600" y="228600"/>
            <a:ext cx="5756400" cy="5065560"/>
          </a:xfrm>
          <a:prstGeom prst="rect">
            <a:avLst/>
          </a:prstGeom>
          <a:ln w="0">
            <a:noFill/>
          </a:ln>
        </p:spPr>
      </p:pic>
      <p:sp>
        <p:nvSpPr>
          <p:cNvPr id="94" name=""/>
          <p:cNvSpPr/>
          <p:nvPr/>
        </p:nvSpPr>
        <p:spPr>
          <a:xfrm>
            <a:off x="7795800" y="685800"/>
            <a:ext cx="1346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Text search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7796160" y="1297800"/>
            <a:ext cx="172620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Monomer class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7796520" y="4177800"/>
            <a:ext cx="22831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Proposed Monomers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 flipH="1">
            <a:off x="6629400" y="914400"/>
            <a:ext cx="11430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8" name=""/>
          <p:cNvSpPr/>
          <p:nvPr/>
        </p:nvSpPr>
        <p:spPr>
          <a:xfrm flipH="1">
            <a:off x="6638760" y="1454400"/>
            <a:ext cx="11430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"/>
          <p:cNvSpPr/>
          <p:nvPr/>
        </p:nvSpPr>
        <p:spPr>
          <a:xfrm flipH="1">
            <a:off x="6648120" y="4370400"/>
            <a:ext cx="11430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"/>
          <p:cNvSpPr/>
          <p:nvPr/>
        </p:nvSpPr>
        <p:spPr>
          <a:xfrm flipH="1">
            <a:off x="5715000" y="3429000"/>
            <a:ext cx="20574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"/>
          <p:cNvSpPr/>
          <p:nvPr/>
        </p:nvSpPr>
        <p:spPr>
          <a:xfrm>
            <a:off x="7796520" y="2881800"/>
            <a:ext cx="2032200" cy="123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Append/prepend/ monomer to BILN sequence of given Chain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2" name=""/>
          <p:cNvSpPr/>
          <p:nvPr/>
        </p:nvSpPr>
        <p:spPr>
          <a:xfrm flipH="1" flipV="1">
            <a:off x="2743200" y="2743200"/>
            <a:ext cx="5029200" cy="685800"/>
          </a:xfrm>
          <a:prstGeom prst="line">
            <a:avLst/>
          </a:prstGeom>
          <a:ln w="36720">
            <a:solidFill>
              <a:srgbClr val="ff0000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"/>
          <p:cNvSpPr/>
          <p:nvPr/>
        </p:nvSpPr>
        <p:spPr>
          <a:xfrm flipH="1" flipV="1">
            <a:off x="3657600" y="2743200"/>
            <a:ext cx="4138920" cy="685800"/>
          </a:xfrm>
          <a:prstGeom prst="line">
            <a:avLst/>
          </a:prstGeom>
          <a:ln w="36720">
            <a:solidFill>
              <a:srgbClr val="ff0000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" descr=""/>
          <p:cNvPicPr/>
          <p:nvPr/>
        </p:nvPicPr>
        <p:blipFill>
          <a:blip r:embed="rId1"/>
          <a:stretch/>
        </p:blipFill>
        <p:spPr>
          <a:xfrm>
            <a:off x="565200" y="819000"/>
            <a:ext cx="6940800" cy="3837960"/>
          </a:xfrm>
          <a:prstGeom prst="rect">
            <a:avLst/>
          </a:prstGeom>
          <a:ln w="0">
            <a:noFill/>
          </a:ln>
        </p:spPr>
      </p:pic>
      <p:sp>
        <p:nvSpPr>
          <p:cNvPr id="105" name=""/>
          <p:cNvSpPr/>
          <p:nvPr/>
        </p:nvSpPr>
        <p:spPr>
          <a:xfrm flipH="1">
            <a:off x="7250760" y="2462400"/>
            <a:ext cx="75024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"/>
          <p:cNvSpPr/>
          <p:nvPr/>
        </p:nvSpPr>
        <p:spPr>
          <a:xfrm>
            <a:off x="5257800" y="685800"/>
            <a:ext cx="2284560" cy="411336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"/>
          <p:cNvSpPr/>
          <p:nvPr/>
        </p:nvSpPr>
        <p:spPr>
          <a:xfrm>
            <a:off x="8012520" y="2269800"/>
            <a:ext cx="1206360" cy="60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Monomer 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library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 flipH="1">
            <a:off x="1572120" y="685800"/>
            <a:ext cx="6480" cy="10206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"/>
          <p:cNvSpPr/>
          <p:nvPr/>
        </p:nvSpPr>
        <p:spPr>
          <a:xfrm>
            <a:off x="560880" y="361800"/>
            <a:ext cx="19537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BILN sequence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 flipH="1">
            <a:off x="2901960" y="685800"/>
            <a:ext cx="298440" cy="15876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11" name=""/>
          <p:cNvSpPr/>
          <p:nvPr/>
        </p:nvSpPr>
        <p:spPr>
          <a:xfrm>
            <a:off x="2721240" y="361800"/>
            <a:ext cx="1850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3D constraints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885600" y="4789800"/>
            <a:ext cx="1445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2D depiction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3225600" y="4789800"/>
            <a:ext cx="1445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3D depiction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613800" y="937800"/>
            <a:ext cx="4485960" cy="103356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5" name=""/>
          <p:cNvSpPr/>
          <p:nvPr/>
        </p:nvSpPr>
        <p:spPr>
          <a:xfrm>
            <a:off x="613800" y="2017800"/>
            <a:ext cx="4485960" cy="72396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6" name=""/>
          <p:cNvSpPr/>
          <p:nvPr/>
        </p:nvSpPr>
        <p:spPr>
          <a:xfrm>
            <a:off x="649800" y="2815200"/>
            <a:ext cx="2127960" cy="184176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"/>
          <p:cNvSpPr/>
          <p:nvPr/>
        </p:nvSpPr>
        <p:spPr>
          <a:xfrm>
            <a:off x="2863800" y="2815200"/>
            <a:ext cx="2230560" cy="184176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8" name=""/>
          <p:cNvSpPr/>
          <p:nvPr/>
        </p:nvSpPr>
        <p:spPr>
          <a:xfrm flipV="1">
            <a:off x="1708200" y="4379400"/>
            <a:ext cx="360" cy="4734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19" name=""/>
          <p:cNvSpPr/>
          <p:nvPr/>
        </p:nvSpPr>
        <p:spPr>
          <a:xfrm flipV="1">
            <a:off x="3796200" y="4388760"/>
            <a:ext cx="360" cy="4734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20" name=""/>
          <p:cNvSpPr/>
          <p:nvPr/>
        </p:nvSpPr>
        <p:spPr>
          <a:xfrm flipH="1">
            <a:off x="7260120" y="1022760"/>
            <a:ext cx="75024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"/>
          <p:cNvSpPr/>
          <p:nvPr/>
        </p:nvSpPr>
        <p:spPr>
          <a:xfrm>
            <a:off x="8012520" y="829800"/>
            <a:ext cx="1360080" cy="99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Access to 1D/2D/3D output 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" descr=""/>
          <p:cNvPicPr/>
          <p:nvPr/>
        </p:nvPicPr>
        <p:blipFill>
          <a:blip r:embed="rId1"/>
          <a:stretch/>
        </p:blipFill>
        <p:spPr>
          <a:xfrm>
            <a:off x="4572000" y="133200"/>
            <a:ext cx="2833560" cy="2742120"/>
          </a:xfrm>
          <a:prstGeom prst="rect">
            <a:avLst/>
          </a:prstGeom>
          <a:ln w="0">
            <a:noFill/>
          </a:ln>
        </p:spPr>
      </p:pic>
      <p:pic>
        <p:nvPicPr>
          <p:cNvPr id="123" name="" descr=""/>
          <p:cNvPicPr/>
          <p:nvPr/>
        </p:nvPicPr>
        <p:blipFill>
          <a:blip r:embed="rId2"/>
          <a:stretch/>
        </p:blipFill>
        <p:spPr>
          <a:xfrm>
            <a:off x="685800" y="139680"/>
            <a:ext cx="2659680" cy="2573280"/>
          </a:xfrm>
          <a:prstGeom prst="rect">
            <a:avLst/>
          </a:prstGeom>
          <a:ln w="0">
            <a:noFill/>
          </a:ln>
        </p:spPr>
      </p:pic>
      <p:sp>
        <p:nvSpPr>
          <p:cNvPr id="124" name=""/>
          <p:cNvSpPr/>
          <p:nvPr/>
        </p:nvSpPr>
        <p:spPr>
          <a:xfrm flipV="1">
            <a:off x="1758600" y="1837800"/>
            <a:ext cx="429120" cy="2145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25" name=""/>
          <p:cNvSpPr/>
          <p:nvPr/>
        </p:nvSpPr>
        <p:spPr>
          <a:xfrm flipV="1">
            <a:off x="1750320" y="2556360"/>
            <a:ext cx="429120" cy="2142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"/>
          <p:cNvSpPr/>
          <p:nvPr/>
        </p:nvSpPr>
        <p:spPr>
          <a:xfrm>
            <a:off x="1092960" y="2610720"/>
            <a:ext cx="96336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Click 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1092960" y="1833480"/>
            <a:ext cx="96336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Click 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 flipV="1">
            <a:off x="3691800" y="1818000"/>
            <a:ext cx="700200" cy="9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pic>
        <p:nvPicPr>
          <p:cNvPr id="129" name="" descr=""/>
          <p:cNvPicPr/>
          <p:nvPr/>
        </p:nvPicPr>
        <p:blipFill>
          <a:blip r:embed="rId3"/>
          <a:stretch/>
        </p:blipFill>
        <p:spPr>
          <a:xfrm>
            <a:off x="4572000" y="2876400"/>
            <a:ext cx="2833560" cy="2742120"/>
          </a:xfrm>
          <a:prstGeom prst="rect">
            <a:avLst/>
          </a:prstGeom>
          <a:ln w="0">
            <a:noFill/>
          </a:ln>
        </p:spPr>
      </p:pic>
      <p:pic>
        <p:nvPicPr>
          <p:cNvPr id="130" name="" descr=""/>
          <p:cNvPicPr/>
          <p:nvPr/>
        </p:nvPicPr>
        <p:blipFill>
          <a:blip r:embed="rId4"/>
          <a:stretch/>
        </p:blipFill>
        <p:spPr>
          <a:xfrm>
            <a:off x="545760" y="2927520"/>
            <a:ext cx="2833560" cy="2742120"/>
          </a:xfrm>
          <a:prstGeom prst="rect">
            <a:avLst/>
          </a:prstGeom>
          <a:ln w="0">
            <a:noFill/>
          </a:ln>
        </p:spPr>
      </p:pic>
      <p:sp>
        <p:nvSpPr>
          <p:cNvPr id="131" name=""/>
          <p:cNvSpPr/>
          <p:nvPr/>
        </p:nvSpPr>
        <p:spPr>
          <a:xfrm flipH="1" flipV="1">
            <a:off x="3682440" y="4515480"/>
            <a:ext cx="700200" cy="9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"/>
          <p:cNvSpPr/>
          <p:nvPr/>
        </p:nvSpPr>
        <p:spPr>
          <a:xfrm flipV="1">
            <a:off x="5484960" y="4977720"/>
            <a:ext cx="429120" cy="2142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33" name=""/>
          <p:cNvSpPr/>
          <p:nvPr/>
        </p:nvSpPr>
        <p:spPr>
          <a:xfrm>
            <a:off x="4765320" y="5023080"/>
            <a:ext cx="96336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Double click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3577680" y="4159440"/>
            <a:ext cx="114984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Unlinking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3614040" y="1459800"/>
            <a:ext cx="114984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Linking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2057400" y="228600"/>
            <a:ext cx="625320" cy="10656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"/>
          <p:cNvSpPr/>
          <p:nvPr/>
        </p:nvSpPr>
        <p:spPr>
          <a:xfrm>
            <a:off x="6332400" y="2973600"/>
            <a:ext cx="625320" cy="10656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" descr=""/>
          <p:cNvPicPr/>
          <p:nvPr/>
        </p:nvPicPr>
        <p:blipFill>
          <a:blip r:embed="rId1"/>
          <a:stretch/>
        </p:blipFill>
        <p:spPr>
          <a:xfrm>
            <a:off x="1826640" y="1700280"/>
            <a:ext cx="6494760" cy="2313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" descr=""/>
          <p:cNvPicPr/>
          <p:nvPr/>
        </p:nvPicPr>
        <p:blipFill>
          <a:blip r:embed="rId1"/>
          <a:stretch/>
        </p:blipFill>
        <p:spPr>
          <a:xfrm>
            <a:off x="694800" y="1417320"/>
            <a:ext cx="3419280" cy="2925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" descr=""/>
          <p:cNvPicPr/>
          <p:nvPr/>
        </p:nvPicPr>
        <p:blipFill>
          <a:blip r:embed="rId1"/>
          <a:stretch/>
        </p:blipFill>
        <p:spPr>
          <a:xfrm>
            <a:off x="1143000" y="279000"/>
            <a:ext cx="3638520" cy="2925360"/>
          </a:xfrm>
          <a:prstGeom prst="rect">
            <a:avLst/>
          </a:prstGeom>
          <a:ln w="0">
            <a:noFill/>
          </a:ln>
        </p:spPr>
      </p:pic>
      <p:pic>
        <p:nvPicPr>
          <p:cNvPr id="141" name="" descr=""/>
          <p:cNvPicPr/>
          <p:nvPr/>
        </p:nvPicPr>
        <p:blipFill>
          <a:blip r:embed="rId2"/>
          <a:stretch/>
        </p:blipFill>
        <p:spPr>
          <a:xfrm>
            <a:off x="5257800" y="276120"/>
            <a:ext cx="3638520" cy="2925360"/>
          </a:xfrm>
          <a:prstGeom prst="rect">
            <a:avLst/>
          </a:prstGeom>
          <a:ln w="0">
            <a:noFill/>
          </a:ln>
        </p:spPr>
      </p:pic>
      <p:sp>
        <p:nvSpPr>
          <p:cNvPr id="142" name=""/>
          <p:cNvSpPr/>
          <p:nvPr/>
        </p:nvSpPr>
        <p:spPr>
          <a:xfrm flipV="1">
            <a:off x="4690800" y="1383120"/>
            <a:ext cx="700200" cy="9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pic>
        <p:nvPicPr>
          <p:cNvPr id="143" name="" descr=""/>
          <p:cNvPicPr/>
          <p:nvPr/>
        </p:nvPicPr>
        <p:blipFill>
          <a:blip r:embed="rId3"/>
          <a:stretch/>
        </p:blipFill>
        <p:spPr>
          <a:xfrm>
            <a:off x="6571800" y="3196080"/>
            <a:ext cx="3163320" cy="2468520"/>
          </a:xfrm>
          <a:prstGeom prst="rect">
            <a:avLst/>
          </a:prstGeom>
          <a:ln w="0">
            <a:noFill/>
          </a:ln>
        </p:spPr>
      </p:pic>
      <p:pic>
        <p:nvPicPr>
          <p:cNvPr id="144" name="" descr=""/>
          <p:cNvPicPr/>
          <p:nvPr/>
        </p:nvPicPr>
        <p:blipFill>
          <a:blip r:embed="rId4"/>
          <a:stretch/>
        </p:blipFill>
        <p:spPr>
          <a:xfrm>
            <a:off x="2027880" y="3230640"/>
            <a:ext cx="3071880" cy="2468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531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2025-12-10T15:46:13Z</dcterms:created>
  <dc:creator>Pierre Tuffery</dc:creator>
  <dc:description/>
  <dc:language>en-US</dc:language>
  <cp:lastModifiedBy>Pierre Tuffery</cp:lastModifiedBy>
  <dcterms:modified xsi:type="dcterms:W3CDTF">2025-12-16T15:19:26Z</dcterms:modified>
  <cp:revision>19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