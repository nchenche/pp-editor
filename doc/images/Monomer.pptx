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BC6089-C6A6-47A9-9EFD-A3D76CE093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0670438-1563-46AE-8A13-A8A306ADB9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34BA5A-05C0-4FB0-AD67-9C72D30C138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C32A0D-7994-499D-B7B1-BF6907ED703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2880" cy="3637440"/>
          </a:xfrm>
          <a:prstGeom prst="rect">
            <a:avLst/>
          </a:prstGeom>
          <a:ln w="0">
            <a:noFill/>
          </a:ln>
        </p:spPr>
      </p:pic>
      <p:sp>
        <p:nvSpPr>
          <p:cNvPr id="15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" name=""/>
          <p:cNvSpPr/>
          <p:nvPr/>
        </p:nvSpPr>
        <p:spPr>
          <a:xfrm>
            <a:off x="6955200" y="3742200"/>
            <a:ext cx="17773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name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6955560" y="4066200"/>
            <a:ext cx="13215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name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955920" y="4354200"/>
            <a:ext cx="21978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 letter name (PDB)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5871600" y="1143000"/>
            <a:ext cx="456480" cy="2513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7480" cy="5066640"/>
          </a:xfrm>
          <a:prstGeom prst="rect">
            <a:avLst/>
          </a:prstGeom>
          <a:ln w="0">
            <a:noFill/>
          </a:ln>
        </p:spPr>
      </p:pic>
      <p:sp>
        <p:nvSpPr>
          <p:cNvPr id="23" name=""/>
          <p:cNvSpPr/>
          <p:nvPr/>
        </p:nvSpPr>
        <p:spPr>
          <a:xfrm>
            <a:off x="7795800" y="685800"/>
            <a:ext cx="1347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</a:rPr>
              <a:t>Text search</a:t>
            </a:r>
            <a:endParaRPr b="1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7796160" y="1297800"/>
            <a:ext cx="1727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</a:rPr>
              <a:t>Monomer class</a:t>
            </a:r>
            <a:endParaRPr b="1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7796520" y="4177800"/>
            <a:ext cx="2284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</a:rPr>
              <a:t>Proposed Monomers</a:t>
            </a:r>
            <a:endParaRPr b="1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 flipH="1">
            <a:off x="6629400" y="91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 flipH="1">
            <a:off x="6638760" y="145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" name=""/>
          <p:cNvSpPr/>
          <p:nvPr/>
        </p:nvSpPr>
        <p:spPr>
          <a:xfrm flipH="1">
            <a:off x="6648120" y="4370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" name=""/>
          <p:cNvSpPr/>
          <p:nvPr/>
        </p:nvSpPr>
        <p:spPr>
          <a:xfrm flipH="1">
            <a:off x="5715000" y="3429000"/>
            <a:ext cx="20574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7796520" y="2881800"/>
            <a:ext cx="20332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</a:rPr>
              <a:t>Append/prepend/ monomer to BILN sequence of given Chain</a:t>
            </a:r>
            <a:endParaRPr b="1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 flipH="1" flipV="1">
            <a:off x="2743200" y="2743200"/>
            <a:ext cx="502920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" name=""/>
          <p:cNvSpPr/>
          <p:nvPr/>
        </p:nvSpPr>
        <p:spPr>
          <a:xfrm flipH="1" flipV="1">
            <a:off x="3657600" y="2743200"/>
            <a:ext cx="413892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1880" cy="3839040"/>
          </a:xfrm>
          <a:prstGeom prst="rect">
            <a:avLst/>
          </a:prstGeom>
          <a:ln w="0">
            <a:noFill/>
          </a:ln>
        </p:spPr>
      </p:pic>
      <p:sp>
        <p:nvSpPr>
          <p:cNvPr id="34" name=""/>
          <p:cNvSpPr/>
          <p:nvPr/>
        </p:nvSpPr>
        <p:spPr>
          <a:xfrm flipH="1">
            <a:off x="7250760" y="246240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5257800" y="685800"/>
            <a:ext cx="2285640" cy="41144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8012520" y="2269800"/>
            <a:ext cx="12074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Monomer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library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" name=""/>
          <p:cNvSpPr/>
          <p:nvPr/>
        </p:nvSpPr>
        <p:spPr>
          <a:xfrm>
            <a:off x="560880" y="361800"/>
            <a:ext cx="1739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BILN sequence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" name=""/>
          <p:cNvSpPr/>
          <p:nvPr/>
        </p:nvSpPr>
        <p:spPr>
          <a:xfrm>
            <a:off x="2721240" y="361800"/>
            <a:ext cx="1638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3D constraints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885600" y="4789800"/>
            <a:ext cx="1446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2D depiction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225600" y="4789800"/>
            <a:ext cx="1446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3D depiction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613800" y="937800"/>
            <a:ext cx="4487040" cy="10346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613800" y="2017800"/>
            <a:ext cx="4487040" cy="7250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649800" y="2815200"/>
            <a:ext cx="2129040" cy="18428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2863800" y="2815200"/>
            <a:ext cx="2231640" cy="184284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 flipV="1">
            <a:off x="1708200" y="437940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" name=""/>
          <p:cNvSpPr/>
          <p:nvPr/>
        </p:nvSpPr>
        <p:spPr>
          <a:xfrm flipV="1">
            <a:off x="3796200" y="438876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</TotalTime>
  <Application>LibreOffice/7.6.7.2$Linux_X86_64 LibreOffice_project/60$Build-2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2025-12-11T11:08:01Z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