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E081A7-57C6-43D0-9335-76C6E56AA8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294B43-423E-46FB-9FC7-FAF499F0B4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772249-4DA2-42A5-8E24-7C1BDDAC69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D50473-3E1E-42DF-89CA-DB8A7AA631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048699-97C5-46B9-AF9C-BA104CE42F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66A3CA-5629-4144-82FD-E142377DFD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2C6ABB-2FC8-43AC-86D6-BF4803DE02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442718-C9A5-4B30-A151-D0BA4E2F8E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E1FB7D-6F7E-40A6-BAB0-9FAE31FF70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C78A25-8AAA-4050-B350-0F13B78745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E66380-5241-4350-87C5-59D46F62E3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6F1128-22BE-4866-8C52-26CF2CD974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C69324-999E-45C9-9273-68E73954EE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041297-EBE2-4C5A-9941-521353A34F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4825F1-F8F8-4EB8-8C99-2A5E8E9FFA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9E480E-24ED-4EA4-8842-5ABB0B2EBD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18F8C4-6D2E-4E42-B9D9-DF9C67DFF7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F1B053-5DD8-4A06-8ACF-615CF022E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1DD357-BAD4-4E3C-BB9E-53D91515DC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DA8C60-9471-4722-A879-11F0002BD1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C55366-DF6D-48D9-826C-9B9D323F0C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5F0AC1-4D03-4C74-BFC6-10D72D141C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4B7FA0-681B-4217-86FF-72E3F26CDB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9771EE-1A70-4E55-9242-5FAA92BE19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15DE3ED-E79E-48AA-AD01-253661D2BA1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137F9B7-DE0B-4749-80B1-8DB2A88D6F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648600" y="1162440"/>
            <a:ext cx="2521440" cy="3636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 flipH="1">
            <a:off x="6123600" y="3922200"/>
            <a:ext cx="6858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"/>
          <p:cNvSpPr/>
          <p:nvPr/>
        </p:nvSpPr>
        <p:spPr>
          <a:xfrm>
            <a:off x="6955200" y="3742200"/>
            <a:ext cx="218844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Monomer name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6132960" y="4246200"/>
            <a:ext cx="6858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"/>
          <p:cNvSpPr/>
          <p:nvPr/>
        </p:nvSpPr>
        <p:spPr>
          <a:xfrm flipH="1">
            <a:off x="6142320" y="4534200"/>
            <a:ext cx="6858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"/>
          <p:cNvSpPr/>
          <p:nvPr/>
        </p:nvSpPr>
        <p:spPr>
          <a:xfrm>
            <a:off x="6955200" y="4354200"/>
            <a:ext cx="21963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 letter name (PDB)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871600" y="1143000"/>
            <a:ext cx="455040" cy="251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"/>
          <p:cNvSpPr/>
          <p:nvPr/>
        </p:nvSpPr>
        <p:spPr>
          <a:xfrm flipH="1">
            <a:off x="5257800" y="2514600"/>
            <a:ext cx="1600200" cy="2286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"/>
          <p:cNvSpPr/>
          <p:nvPr/>
        </p:nvSpPr>
        <p:spPr>
          <a:xfrm flipH="1" flipV="1">
            <a:off x="5257800" y="2286000"/>
            <a:ext cx="1609560" cy="2394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"/>
          <p:cNvSpPr/>
          <p:nvPr/>
        </p:nvSpPr>
        <p:spPr>
          <a:xfrm>
            <a:off x="6955200" y="4101480"/>
            <a:ext cx="1321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BILN name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955200" y="2338200"/>
            <a:ext cx="218844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R-groups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1371600" y="228600"/>
            <a:ext cx="5756040" cy="506520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7795800" y="685800"/>
            <a:ext cx="13464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Text search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796160" y="1297800"/>
            <a:ext cx="172584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Monomer class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796520" y="4177800"/>
            <a:ext cx="22827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Proposed Monomers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 flipH="1">
            <a:off x="6629400" y="914400"/>
            <a:ext cx="11430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 flipH="1">
            <a:off x="6638760" y="1454400"/>
            <a:ext cx="11430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 flipH="1">
            <a:off x="6648120" y="4370400"/>
            <a:ext cx="11430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 flipH="1">
            <a:off x="5715000" y="3429000"/>
            <a:ext cx="205740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7796520" y="2881800"/>
            <a:ext cx="2031840" cy="12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Append/prepend/ monomer to BILN sequence of given Chain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 flipH="1" flipV="1">
            <a:off x="2743200" y="2743200"/>
            <a:ext cx="5029200" cy="685800"/>
          </a:xfrm>
          <a:prstGeom prst="line">
            <a:avLst/>
          </a:prstGeom>
          <a:ln w="36720">
            <a:solidFill>
              <a:srgbClr val="ff000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H="1" flipV="1">
            <a:off x="3657600" y="2743200"/>
            <a:ext cx="4138920" cy="685800"/>
          </a:xfrm>
          <a:prstGeom prst="line">
            <a:avLst/>
          </a:prstGeom>
          <a:ln w="36720">
            <a:solidFill>
              <a:srgbClr val="ff000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565200" y="819000"/>
            <a:ext cx="6940440" cy="383760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/>
          <p:nvPr/>
        </p:nvSpPr>
        <p:spPr>
          <a:xfrm flipH="1">
            <a:off x="7250760" y="2462400"/>
            <a:ext cx="75024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5257800" y="685800"/>
            <a:ext cx="2284200" cy="4113000"/>
          </a:xfrm>
          <a:prstGeom prst="rect">
            <a:avLst/>
          </a:prstGeom>
          <a:noFill/>
          <a:ln w="367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8012520" y="2269800"/>
            <a:ext cx="120600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Monomer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library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 flipH="1">
            <a:off x="1572120" y="685800"/>
            <a:ext cx="6480" cy="10206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60880" y="361800"/>
            <a:ext cx="19533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BILN sequence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 flipH="1">
            <a:off x="2901960" y="685800"/>
            <a:ext cx="298440" cy="15876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>
            <a:off x="2721240" y="361800"/>
            <a:ext cx="18504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3D constraints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85600" y="4789800"/>
            <a:ext cx="14454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2D depiction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225600" y="4789800"/>
            <a:ext cx="14454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3D depiction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13800" y="937800"/>
            <a:ext cx="4485600" cy="1033200"/>
          </a:xfrm>
          <a:prstGeom prst="rect">
            <a:avLst/>
          </a:prstGeom>
          <a:noFill/>
          <a:ln w="367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613800" y="2017800"/>
            <a:ext cx="4485600" cy="723600"/>
          </a:xfrm>
          <a:prstGeom prst="rect">
            <a:avLst/>
          </a:prstGeom>
          <a:noFill/>
          <a:ln w="367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49800" y="2815200"/>
            <a:ext cx="2127600" cy="1841400"/>
          </a:xfrm>
          <a:prstGeom prst="rect">
            <a:avLst/>
          </a:prstGeom>
          <a:noFill/>
          <a:ln w="367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2863800" y="2815200"/>
            <a:ext cx="2230200" cy="1841400"/>
          </a:xfrm>
          <a:prstGeom prst="rect">
            <a:avLst/>
          </a:prstGeom>
          <a:noFill/>
          <a:ln w="367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 flipV="1">
            <a:off x="1708200" y="4379400"/>
            <a:ext cx="360" cy="4734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 flipV="1">
            <a:off x="3796200" y="4389120"/>
            <a:ext cx="0" cy="47304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 flipH="1">
            <a:off x="7260120" y="1022760"/>
            <a:ext cx="750240" cy="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"/>
          <p:cNvSpPr/>
          <p:nvPr/>
        </p:nvSpPr>
        <p:spPr>
          <a:xfrm>
            <a:off x="8012520" y="829800"/>
            <a:ext cx="1359720" cy="9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Access to 1D/2D/3D output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572000" y="133200"/>
            <a:ext cx="2833200" cy="274176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685800" y="139680"/>
            <a:ext cx="2659320" cy="257292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 flipV="1">
            <a:off x="1758600" y="1837800"/>
            <a:ext cx="429120" cy="2145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 flipV="1">
            <a:off x="1750320" y="2556360"/>
            <a:ext cx="429120" cy="2142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1092960" y="2610720"/>
            <a:ext cx="96300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Click 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092960" y="1833480"/>
            <a:ext cx="96300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Click 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3691800" y="1818000"/>
            <a:ext cx="700200" cy="9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4572000" y="2876400"/>
            <a:ext cx="2833200" cy="274176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4"/>
          <a:stretch/>
        </p:blipFill>
        <p:spPr>
          <a:xfrm>
            <a:off x="545760" y="2927520"/>
            <a:ext cx="2833200" cy="2741760"/>
          </a:xfrm>
          <a:prstGeom prst="rect">
            <a:avLst/>
          </a:prstGeom>
          <a:ln w="0">
            <a:noFill/>
          </a:ln>
        </p:spPr>
      </p:pic>
      <p:sp>
        <p:nvSpPr>
          <p:cNvPr id="131" name=""/>
          <p:cNvSpPr/>
          <p:nvPr/>
        </p:nvSpPr>
        <p:spPr>
          <a:xfrm flipH="1" flipV="1">
            <a:off x="3682440" y="4515480"/>
            <a:ext cx="700200" cy="9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 flipV="1">
            <a:off x="5484960" y="4977720"/>
            <a:ext cx="429120" cy="2142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4765320" y="5023080"/>
            <a:ext cx="96300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Double click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577680" y="4159440"/>
            <a:ext cx="114948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Unlinking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14040" y="1459800"/>
            <a:ext cx="114948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Linking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057400" y="228600"/>
            <a:ext cx="625320" cy="106560"/>
          </a:xfrm>
          <a:prstGeom prst="line">
            <a:avLst/>
          </a:prstGeom>
          <a:ln w="36720">
            <a:solidFill>
              <a:srgbClr val="be480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6332400" y="2973600"/>
            <a:ext cx="625320" cy="106560"/>
          </a:xfrm>
          <a:prstGeom prst="line">
            <a:avLst/>
          </a:prstGeom>
          <a:ln w="36720">
            <a:solidFill>
              <a:srgbClr val="be480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1826640" y="1700280"/>
            <a:ext cx="6494400" cy="231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694800" y="1417320"/>
            <a:ext cx="3418920" cy="292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143000" y="279000"/>
            <a:ext cx="3638160" cy="292500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5257800" y="276120"/>
            <a:ext cx="3638160" cy="2925000"/>
          </a:xfrm>
          <a:prstGeom prst="rect">
            <a:avLst/>
          </a:prstGeom>
          <a:ln w="0">
            <a:noFill/>
          </a:ln>
        </p:spPr>
      </p:pic>
      <p:sp>
        <p:nvSpPr>
          <p:cNvPr id="142" name=""/>
          <p:cNvSpPr/>
          <p:nvPr/>
        </p:nvSpPr>
        <p:spPr>
          <a:xfrm flipV="1">
            <a:off x="4690800" y="1383120"/>
            <a:ext cx="700200" cy="9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" descr=""/>
          <p:cNvPicPr/>
          <p:nvPr/>
        </p:nvPicPr>
        <p:blipFill>
          <a:blip r:embed="rId3"/>
          <a:stretch/>
        </p:blipFill>
        <p:spPr>
          <a:xfrm>
            <a:off x="6571800" y="3196080"/>
            <a:ext cx="3162960" cy="246816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4"/>
          <a:stretch/>
        </p:blipFill>
        <p:spPr>
          <a:xfrm>
            <a:off x="2027880" y="3230640"/>
            <a:ext cx="3071520" cy="246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870480" y="199080"/>
            <a:ext cx="4087440" cy="259704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5513760" y="228600"/>
            <a:ext cx="4087440" cy="259704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870480" y="2966040"/>
            <a:ext cx="4078080" cy="259704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4"/>
          <a:stretch/>
        </p:blipFill>
        <p:spPr>
          <a:xfrm>
            <a:off x="7180200" y="3337560"/>
            <a:ext cx="2679120" cy="21488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 flipV="1">
            <a:off x="4897800" y="1488240"/>
            <a:ext cx="700200" cy="936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2968560" y="2526120"/>
            <a:ext cx="0" cy="47304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4700520" y="541800"/>
            <a:ext cx="136008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Imposing secondary structure</a:t>
            </a:r>
            <a:endParaRPr b="1" lang="en-US" sz="1800" spc="-1" strike="noStrike"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972520" y="2629800"/>
            <a:ext cx="251388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Using a 3D template</a:t>
            </a:r>
            <a:endParaRPr b="1" lang="en-US" sz="1800" spc="-1" strike="noStrike"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486400" y="4069800"/>
            <a:ext cx="274680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Modifying chignolin using wild type structure with new sequence: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G-dY-D-P-E-T-G-T-dW-G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5"/>
          <a:stretch/>
        </p:blipFill>
        <p:spPr>
          <a:xfrm>
            <a:off x="-3163680" y="2796120"/>
            <a:ext cx="4078080" cy="110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2025-12-10T15:46:13Z</dcterms:created>
  <dc:creator>Pierre Tuffery</dc:creator>
  <dc:description/>
  <dc:language>en-US</dc:language>
  <cp:lastModifiedBy>Pierre Tuffery</cp:lastModifiedBy>
  <dcterms:modified xsi:type="dcterms:W3CDTF">2025-12-17T15:06:20Z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