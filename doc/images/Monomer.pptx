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slides/_rels/slide3.xml.rels" ContentType="application/vnd.openxmlformats-package.relationships+xml"/>
  <Override PartName="/ppt/slides/_rels/slide2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_rels/presentation.xml.rels" ContentType="application/vnd.openxmlformats-package.relationships+xml"/>
  <Override PartName="/ppt/media/image1.png" ContentType="image/png"/>
  <Override PartName="/ppt/media/image2.png" ContentType="image/png"/>
  <Override PartName="/ppt/media/image3.png" ContentType="image/png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</p:sldIdLst>
  <p:sldSz cx="10080625" cy="5670550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280" cy="94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2000" cy="328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66546493-E960-41E8-BF1A-A8AB961A85BC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280" cy="94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subTitle"/>
          </p:nvPr>
        </p:nvSpPr>
        <p:spPr>
          <a:xfrm>
            <a:off x="504000" y="1326600"/>
            <a:ext cx="9072000" cy="328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63F0DA53-777A-4EEE-B4CD-E96234AF2001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280" cy="94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ftr" idx="1"/>
          </p:nvPr>
        </p:nvSpPr>
        <p:spPr>
          <a:xfrm>
            <a:off x="3447360" y="5165280"/>
            <a:ext cx="3194640" cy="390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sldNum" idx="2"/>
          </p:nvPr>
        </p:nvSpPr>
        <p:spPr>
          <a:xfrm>
            <a:off x="7227360" y="5165280"/>
            <a:ext cx="2347920" cy="390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BB9B203E-606B-4C6A-BB37-4857BBE2EA92}" type="slidenum"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dt" idx="3"/>
          </p:nvPr>
        </p:nvSpPr>
        <p:spPr>
          <a:xfrm>
            <a:off x="504000" y="5165280"/>
            <a:ext cx="2347920" cy="390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2000" cy="328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" descr=""/>
          <p:cNvPicPr/>
          <p:nvPr/>
        </p:nvPicPr>
        <p:blipFill>
          <a:blip r:embed="rId1"/>
          <a:stretch/>
        </p:blipFill>
        <p:spPr>
          <a:xfrm>
            <a:off x="3648600" y="1162440"/>
            <a:ext cx="2523240" cy="3637800"/>
          </a:xfrm>
          <a:prstGeom prst="rect">
            <a:avLst/>
          </a:prstGeom>
          <a:ln w="0">
            <a:noFill/>
          </a:ln>
        </p:spPr>
      </p:pic>
      <p:sp>
        <p:nvSpPr>
          <p:cNvPr id="10" name=""/>
          <p:cNvSpPr/>
          <p:nvPr/>
        </p:nvSpPr>
        <p:spPr>
          <a:xfrm flipH="1">
            <a:off x="6123600" y="3922200"/>
            <a:ext cx="685800" cy="360"/>
          </a:xfrm>
          <a:prstGeom prst="line">
            <a:avLst/>
          </a:prstGeom>
          <a:ln w="36720">
            <a:solidFill>
              <a:srgbClr val="ff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08360" rIns="108360" tIns="-63360" bIns="-6336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1" name=""/>
          <p:cNvSpPr/>
          <p:nvPr/>
        </p:nvSpPr>
        <p:spPr>
          <a:xfrm>
            <a:off x="6955200" y="3742200"/>
            <a:ext cx="177768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Monomer name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" name=""/>
          <p:cNvSpPr/>
          <p:nvPr/>
        </p:nvSpPr>
        <p:spPr>
          <a:xfrm flipH="1">
            <a:off x="6132960" y="4246200"/>
            <a:ext cx="685800" cy="360"/>
          </a:xfrm>
          <a:prstGeom prst="line">
            <a:avLst/>
          </a:prstGeom>
          <a:ln w="36720">
            <a:solidFill>
              <a:srgbClr val="ff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08360" rIns="108360" tIns="-63360" bIns="-6336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3" name=""/>
          <p:cNvSpPr/>
          <p:nvPr/>
        </p:nvSpPr>
        <p:spPr>
          <a:xfrm>
            <a:off x="6955560" y="4066200"/>
            <a:ext cx="132192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BILN name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" name=""/>
          <p:cNvSpPr/>
          <p:nvPr/>
        </p:nvSpPr>
        <p:spPr>
          <a:xfrm flipH="1">
            <a:off x="6142320" y="4534200"/>
            <a:ext cx="685800" cy="360"/>
          </a:xfrm>
          <a:prstGeom prst="line">
            <a:avLst/>
          </a:prstGeom>
          <a:ln w="36720">
            <a:solidFill>
              <a:srgbClr val="ff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08360" rIns="108360" tIns="-63360" bIns="-6336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5" name=""/>
          <p:cNvSpPr/>
          <p:nvPr/>
        </p:nvSpPr>
        <p:spPr>
          <a:xfrm>
            <a:off x="6955920" y="4354200"/>
            <a:ext cx="219816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3 letter name (PDB)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"/>
          <p:cNvSpPr/>
          <p:nvPr/>
        </p:nvSpPr>
        <p:spPr>
          <a:xfrm>
            <a:off x="5871600" y="1143000"/>
            <a:ext cx="456840" cy="25142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" descr=""/>
          <p:cNvPicPr/>
          <p:nvPr/>
        </p:nvPicPr>
        <p:blipFill>
          <a:blip r:embed="rId1"/>
          <a:stretch/>
        </p:blipFill>
        <p:spPr>
          <a:xfrm>
            <a:off x="1371600" y="228600"/>
            <a:ext cx="5757840" cy="5067000"/>
          </a:xfrm>
          <a:prstGeom prst="rect">
            <a:avLst/>
          </a:prstGeom>
          <a:ln w="0">
            <a:noFill/>
          </a:ln>
        </p:spPr>
      </p:pic>
      <p:sp>
        <p:nvSpPr>
          <p:cNvPr id="18" name=""/>
          <p:cNvSpPr txBox="1"/>
          <p:nvPr/>
        </p:nvSpPr>
        <p:spPr>
          <a:xfrm>
            <a:off x="7795800" y="685800"/>
            <a:ext cx="1348200" cy="346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Text search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"/>
          <p:cNvSpPr txBox="1"/>
          <p:nvPr/>
        </p:nvSpPr>
        <p:spPr>
          <a:xfrm>
            <a:off x="7796160" y="1297800"/>
            <a:ext cx="1727640" cy="346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Monomer class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"/>
          <p:cNvSpPr txBox="1"/>
          <p:nvPr/>
        </p:nvSpPr>
        <p:spPr>
          <a:xfrm>
            <a:off x="7796520" y="4177800"/>
            <a:ext cx="2209320" cy="346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Selected Monomers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"/>
          <p:cNvSpPr/>
          <p:nvPr/>
        </p:nvSpPr>
        <p:spPr>
          <a:xfrm flipH="1">
            <a:off x="6629400" y="914400"/>
            <a:ext cx="1143000" cy="0"/>
          </a:xfrm>
          <a:prstGeom prst="line">
            <a:avLst/>
          </a:prstGeom>
          <a:ln w="36720">
            <a:solidFill>
              <a:srgbClr val="ff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08360" rIns="108360" tIns="-63360" bIns="-6336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" name=""/>
          <p:cNvSpPr/>
          <p:nvPr/>
        </p:nvSpPr>
        <p:spPr>
          <a:xfrm flipH="1">
            <a:off x="6638760" y="1454400"/>
            <a:ext cx="1143000" cy="0"/>
          </a:xfrm>
          <a:prstGeom prst="line">
            <a:avLst/>
          </a:prstGeom>
          <a:ln w="36720">
            <a:solidFill>
              <a:srgbClr val="ff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08360" rIns="108360" tIns="-63360" bIns="-6336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"/>
          <p:cNvSpPr/>
          <p:nvPr/>
        </p:nvSpPr>
        <p:spPr>
          <a:xfrm flipH="1">
            <a:off x="6648120" y="4370400"/>
            <a:ext cx="1143000" cy="0"/>
          </a:xfrm>
          <a:prstGeom prst="line">
            <a:avLst/>
          </a:prstGeom>
          <a:ln w="36720">
            <a:solidFill>
              <a:srgbClr val="ff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08360" rIns="108360" tIns="-63360" bIns="-6336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" descr=""/>
          <p:cNvPicPr/>
          <p:nvPr/>
        </p:nvPicPr>
        <p:blipFill>
          <a:blip r:embed="rId1"/>
          <a:stretch/>
        </p:blipFill>
        <p:spPr>
          <a:xfrm>
            <a:off x="565200" y="819000"/>
            <a:ext cx="6942240" cy="3839400"/>
          </a:xfrm>
          <a:prstGeom prst="rect">
            <a:avLst/>
          </a:prstGeom>
          <a:ln w="0">
            <a:noFill/>
          </a:ln>
        </p:spPr>
      </p:pic>
      <p:sp>
        <p:nvSpPr>
          <p:cNvPr id="25" name=""/>
          <p:cNvSpPr/>
          <p:nvPr/>
        </p:nvSpPr>
        <p:spPr>
          <a:xfrm flipH="1">
            <a:off x="7250760" y="2462400"/>
            <a:ext cx="750240" cy="0"/>
          </a:xfrm>
          <a:prstGeom prst="line">
            <a:avLst/>
          </a:prstGeom>
          <a:ln w="36720">
            <a:solidFill>
              <a:srgbClr val="ff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08360" rIns="108360" tIns="-63360" bIns="-6336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" name=""/>
          <p:cNvSpPr/>
          <p:nvPr/>
        </p:nvSpPr>
        <p:spPr>
          <a:xfrm>
            <a:off x="5257800" y="685800"/>
            <a:ext cx="2286000" cy="4114800"/>
          </a:xfrm>
          <a:prstGeom prst="rect">
            <a:avLst/>
          </a:prstGeom>
          <a:noFill/>
          <a:ln w="36720">
            <a:solidFill>
              <a:srgbClr val="80808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8360" rIns="108360" tIns="63360" bIns="6336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"/>
          <p:cNvSpPr txBox="1"/>
          <p:nvPr/>
        </p:nvSpPr>
        <p:spPr>
          <a:xfrm>
            <a:off x="8012520" y="2269800"/>
            <a:ext cx="1207800" cy="6022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Monomer 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library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"/>
          <p:cNvSpPr/>
          <p:nvPr/>
        </p:nvSpPr>
        <p:spPr>
          <a:xfrm flipH="1">
            <a:off x="1572120" y="685800"/>
            <a:ext cx="6480" cy="1020600"/>
          </a:xfrm>
          <a:prstGeom prst="line">
            <a:avLst/>
          </a:prstGeom>
          <a:ln w="36720">
            <a:solidFill>
              <a:srgbClr val="ff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08360" rIns="108360" tIns="63360" bIns="6336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" name=""/>
          <p:cNvSpPr txBox="1"/>
          <p:nvPr/>
        </p:nvSpPr>
        <p:spPr>
          <a:xfrm>
            <a:off x="560880" y="361800"/>
            <a:ext cx="1739880" cy="346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BILN sequence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"/>
          <p:cNvSpPr/>
          <p:nvPr/>
        </p:nvSpPr>
        <p:spPr>
          <a:xfrm flipH="1">
            <a:off x="2901960" y="685800"/>
            <a:ext cx="298440" cy="1587600"/>
          </a:xfrm>
          <a:prstGeom prst="line">
            <a:avLst/>
          </a:prstGeom>
          <a:ln w="36720">
            <a:solidFill>
              <a:srgbClr val="ff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08360" rIns="108360" tIns="63360" bIns="6336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"/>
          <p:cNvSpPr txBox="1"/>
          <p:nvPr/>
        </p:nvSpPr>
        <p:spPr>
          <a:xfrm>
            <a:off x="2721240" y="361800"/>
            <a:ext cx="1639080" cy="346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3D constraints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"/>
          <p:cNvSpPr txBox="1"/>
          <p:nvPr/>
        </p:nvSpPr>
        <p:spPr>
          <a:xfrm>
            <a:off x="885600" y="4789800"/>
            <a:ext cx="1447200" cy="346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2D depiction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"/>
          <p:cNvSpPr txBox="1"/>
          <p:nvPr/>
        </p:nvSpPr>
        <p:spPr>
          <a:xfrm>
            <a:off x="3225600" y="4789800"/>
            <a:ext cx="1447200" cy="346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3D depiction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" name=""/>
          <p:cNvSpPr/>
          <p:nvPr/>
        </p:nvSpPr>
        <p:spPr>
          <a:xfrm>
            <a:off x="613800" y="937800"/>
            <a:ext cx="4487400" cy="1035000"/>
          </a:xfrm>
          <a:prstGeom prst="rect">
            <a:avLst/>
          </a:prstGeom>
          <a:noFill/>
          <a:ln w="36720">
            <a:solidFill>
              <a:srgbClr val="80808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8360" rIns="108360" tIns="63360" bIns="6336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"/>
          <p:cNvSpPr/>
          <p:nvPr/>
        </p:nvSpPr>
        <p:spPr>
          <a:xfrm>
            <a:off x="613800" y="2017800"/>
            <a:ext cx="4487400" cy="725400"/>
          </a:xfrm>
          <a:prstGeom prst="rect">
            <a:avLst/>
          </a:prstGeom>
          <a:noFill/>
          <a:ln w="36720">
            <a:solidFill>
              <a:srgbClr val="80808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8360" rIns="108360" tIns="63360" bIns="6336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"/>
          <p:cNvSpPr/>
          <p:nvPr/>
        </p:nvSpPr>
        <p:spPr>
          <a:xfrm>
            <a:off x="649800" y="2815200"/>
            <a:ext cx="2129400" cy="1843200"/>
          </a:xfrm>
          <a:prstGeom prst="rect">
            <a:avLst/>
          </a:prstGeom>
          <a:noFill/>
          <a:ln w="36720">
            <a:solidFill>
              <a:srgbClr val="80808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8360" rIns="108360" tIns="63360" bIns="6336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"/>
          <p:cNvSpPr/>
          <p:nvPr/>
        </p:nvSpPr>
        <p:spPr>
          <a:xfrm>
            <a:off x="2863800" y="2815200"/>
            <a:ext cx="2232000" cy="1843200"/>
          </a:xfrm>
          <a:prstGeom prst="rect">
            <a:avLst/>
          </a:prstGeom>
          <a:noFill/>
          <a:ln w="36720">
            <a:solidFill>
              <a:srgbClr val="80808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8360" rIns="108360" tIns="63360" bIns="6336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"/>
          <p:cNvSpPr/>
          <p:nvPr/>
        </p:nvSpPr>
        <p:spPr>
          <a:xfrm flipV="1">
            <a:off x="1708200" y="4379400"/>
            <a:ext cx="0" cy="473400"/>
          </a:xfrm>
          <a:prstGeom prst="line">
            <a:avLst/>
          </a:prstGeom>
          <a:ln w="36720">
            <a:solidFill>
              <a:srgbClr val="ff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08360" rIns="108360" tIns="63360" bIns="6336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"/>
          <p:cNvSpPr/>
          <p:nvPr/>
        </p:nvSpPr>
        <p:spPr>
          <a:xfrm flipV="1">
            <a:off x="3796200" y="4388760"/>
            <a:ext cx="0" cy="473400"/>
          </a:xfrm>
          <a:prstGeom prst="line">
            <a:avLst/>
          </a:prstGeom>
          <a:ln w="36720">
            <a:solidFill>
              <a:srgbClr val="ff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08360" rIns="108360" tIns="63360" bIns="6336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27</TotalTime>
  <Application>LibreOffice/7.6.7.2$Linux_X86_64 LibreOffice_project/60$Build-2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2025-12-10T15:46:13Z</dcterms:created>
  <dc:creator>Pierre Tuffery</dc:creator>
  <dc:description/>
  <dc:language>en-US</dc:language>
  <cp:lastModifiedBy>Pierre Tuffery</cp:lastModifiedBy>
  <dcterms:modified xsi:type="dcterms:W3CDTF">2025-12-10T17:04:06Z</dcterms:modified>
  <cp:revision>6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