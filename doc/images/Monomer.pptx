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560" cy="94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F716571-327F-48C2-B95D-1D326D660D0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560" cy="94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183F159-E470-42C5-9ACF-1A9B3C3AEC0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560" cy="94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edit the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title text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5E2983-AAA3-4197-808E-39DCCFA6CC5E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560" cy="94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E5976B-2EF1-4195-A6E1-87C39EEEF9CC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" descr=""/>
          <p:cNvPicPr/>
          <p:nvPr/>
        </p:nvPicPr>
        <p:blipFill>
          <a:blip r:embed="rId1"/>
          <a:stretch/>
        </p:blipFill>
        <p:spPr>
          <a:xfrm>
            <a:off x="3648600" y="1162440"/>
            <a:ext cx="2522520" cy="3637080"/>
          </a:xfrm>
          <a:prstGeom prst="rect">
            <a:avLst/>
          </a:prstGeom>
          <a:ln w="0">
            <a:noFill/>
          </a:ln>
        </p:spPr>
      </p:pic>
      <p:sp>
        <p:nvSpPr>
          <p:cNvPr id="15" name=""/>
          <p:cNvSpPr/>
          <p:nvPr/>
        </p:nvSpPr>
        <p:spPr>
          <a:xfrm flipH="1">
            <a:off x="6123600" y="3922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" name=""/>
          <p:cNvSpPr/>
          <p:nvPr/>
        </p:nvSpPr>
        <p:spPr>
          <a:xfrm>
            <a:off x="6955200" y="3742200"/>
            <a:ext cx="17769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Monomer name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 flipH="1">
            <a:off x="6132960" y="4246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" name=""/>
          <p:cNvSpPr/>
          <p:nvPr/>
        </p:nvSpPr>
        <p:spPr>
          <a:xfrm>
            <a:off x="6955560" y="4066200"/>
            <a:ext cx="13212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BILN name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 flipH="1">
            <a:off x="6142320" y="4534200"/>
            <a:ext cx="6858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" name=""/>
          <p:cNvSpPr/>
          <p:nvPr/>
        </p:nvSpPr>
        <p:spPr>
          <a:xfrm>
            <a:off x="6955920" y="4354200"/>
            <a:ext cx="21974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 letter name (PDB)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5871600" y="1143000"/>
            <a:ext cx="456120" cy="25135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" descr=""/>
          <p:cNvPicPr/>
          <p:nvPr/>
        </p:nvPicPr>
        <p:blipFill>
          <a:blip r:embed="rId1"/>
          <a:stretch/>
        </p:blipFill>
        <p:spPr>
          <a:xfrm>
            <a:off x="1371600" y="228600"/>
            <a:ext cx="5757120" cy="5066280"/>
          </a:xfrm>
          <a:prstGeom prst="rect">
            <a:avLst/>
          </a:prstGeom>
          <a:ln w="0">
            <a:noFill/>
          </a:ln>
        </p:spPr>
      </p:pic>
      <p:sp>
        <p:nvSpPr>
          <p:cNvPr id="23" name=""/>
          <p:cNvSpPr/>
          <p:nvPr/>
        </p:nvSpPr>
        <p:spPr>
          <a:xfrm>
            <a:off x="7795800" y="685800"/>
            <a:ext cx="1347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Text search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7796160" y="1297800"/>
            <a:ext cx="172692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Monomer class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7796520" y="4177800"/>
            <a:ext cx="22838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Proposed Monomers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 flipH="1">
            <a:off x="6629400" y="914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" name=""/>
          <p:cNvSpPr/>
          <p:nvPr/>
        </p:nvSpPr>
        <p:spPr>
          <a:xfrm flipH="1">
            <a:off x="6638760" y="1454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" name=""/>
          <p:cNvSpPr/>
          <p:nvPr/>
        </p:nvSpPr>
        <p:spPr>
          <a:xfrm flipH="1">
            <a:off x="6648120" y="4370400"/>
            <a:ext cx="11430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" name=""/>
          <p:cNvSpPr/>
          <p:nvPr/>
        </p:nvSpPr>
        <p:spPr>
          <a:xfrm flipH="1">
            <a:off x="5715000" y="3429000"/>
            <a:ext cx="205740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" name=""/>
          <p:cNvSpPr/>
          <p:nvPr/>
        </p:nvSpPr>
        <p:spPr>
          <a:xfrm>
            <a:off x="7796520" y="2881800"/>
            <a:ext cx="2032920" cy="12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Append/prepend/ monomer to BILN sequence of given Chain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 flipH="1" flipV="1">
            <a:off x="2743200" y="2743200"/>
            <a:ext cx="5029200" cy="685800"/>
          </a:xfrm>
          <a:prstGeom prst="line">
            <a:avLst/>
          </a:prstGeom>
          <a:ln w="36720">
            <a:solidFill>
              <a:srgbClr val="ff0000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" name=""/>
          <p:cNvSpPr/>
          <p:nvPr/>
        </p:nvSpPr>
        <p:spPr>
          <a:xfrm flipH="1" flipV="1">
            <a:off x="3657600" y="2743200"/>
            <a:ext cx="4138920" cy="685800"/>
          </a:xfrm>
          <a:prstGeom prst="line">
            <a:avLst/>
          </a:prstGeom>
          <a:ln w="36720">
            <a:solidFill>
              <a:srgbClr val="ff0000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" descr=""/>
          <p:cNvPicPr/>
          <p:nvPr/>
        </p:nvPicPr>
        <p:blipFill>
          <a:blip r:embed="rId1"/>
          <a:stretch/>
        </p:blipFill>
        <p:spPr>
          <a:xfrm>
            <a:off x="565200" y="819000"/>
            <a:ext cx="6941520" cy="3838680"/>
          </a:xfrm>
          <a:prstGeom prst="rect">
            <a:avLst/>
          </a:prstGeom>
          <a:ln w="0">
            <a:noFill/>
          </a:ln>
        </p:spPr>
      </p:pic>
      <p:sp>
        <p:nvSpPr>
          <p:cNvPr id="34" name=""/>
          <p:cNvSpPr/>
          <p:nvPr/>
        </p:nvSpPr>
        <p:spPr>
          <a:xfrm flipH="1">
            <a:off x="7250760" y="2462400"/>
            <a:ext cx="750240" cy="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" name=""/>
          <p:cNvSpPr/>
          <p:nvPr/>
        </p:nvSpPr>
        <p:spPr>
          <a:xfrm>
            <a:off x="5257800" y="685800"/>
            <a:ext cx="2285280" cy="411408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" name=""/>
          <p:cNvSpPr/>
          <p:nvPr/>
        </p:nvSpPr>
        <p:spPr>
          <a:xfrm>
            <a:off x="8012520" y="2269800"/>
            <a:ext cx="1207080" cy="60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Monomer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library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 flipH="1">
            <a:off x="1572120" y="685800"/>
            <a:ext cx="6480" cy="1020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" name=""/>
          <p:cNvSpPr/>
          <p:nvPr/>
        </p:nvSpPr>
        <p:spPr>
          <a:xfrm>
            <a:off x="560880" y="361800"/>
            <a:ext cx="173916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BILN sequence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 flipH="1">
            <a:off x="2901960" y="685800"/>
            <a:ext cx="298440" cy="15876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" name=""/>
          <p:cNvSpPr/>
          <p:nvPr/>
        </p:nvSpPr>
        <p:spPr>
          <a:xfrm>
            <a:off x="2721240" y="361800"/>
            <a:ext cx="163836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3D constraints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885600" y="4789800"/>
            <a:ext cx="1446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2D depiction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3225600" y="4789800"/>
            <a:ext cx="14464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3D depiction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613800" y="937800"/>
            <a:ext cx="4486680" cy="103428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" name=""/>
          <p:cNvSpPr/>
          <p:nvPr/>
        </p:nvSpPr>
        <p:spPr>
          <a:xfrm>
            <a:off x="613800" y="2017800"/>
            <a:ext cx="4486680" cy="72468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" name=""/>
          <p:cNvSpPr/>
          <p:nvPr/>
        </p:nvSpPr>
        <p:spPr>
          <a:xfrm>
            <a:off x="649800" y="2815200"/>
            <a:ext cx="2128680" cy="184248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" name=""/>
          <p:cNvSpPr/>
          <p:nvPr/>
        </p:nvSpPr>
        <p:spPr>
          <a:xfrm>
            <a:off x="2863800" y="2815200"/>
            <a:ext cx="2231280" cy="1842480"/>
          </a:xfrm>
          <a:prstGeom prst="rect">
            <a:avLst/>
          </a:prstGeom>
          <a:noFill/>
          <a:ln w="3672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" name=""/>
          <p:cNvSpPr/>
          <p:nvPr/>
        </p:nvSpPr>
        <p:spPr>
          <a:xfrm flipV="1">
            <a:off x="1708200" y="4379400"/>
            <a:ext cx="360" cy="473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" name=""/>
          <p:cNvSpPr/>
          <p:nvPr/>
        </p:nvSpPr>
        <p:spPr>
          <a:xfrm flipV="1">
            <a:off x="3796200" y="4388760"/>
            <a:ext cx="360" cy="4734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" descr=""/>
          <p:cNvPicPr/>
          <p:nvPr/>
        </p:nvPicPr>
        <p:blipFill>
          <a:blip r:embed="rId1"/>
          <a:stretch/>
        </p:blipFill>
        <p:spPr>
          <a:xfrm>
            <a:off x="4572000" y="133200"/>
            <a:ext cx="2834280" cy="2742840"/>
          </a:xfrm>
          <a:prstGeom prst="rect">
            <a:avLst/>
          </a:prstGeom>
          <a:ln w="0">
            <a:noFill/>
          </a:ln>
        </p:spPr>
      </p:pic>
      <p:pic>
        <p:nvPicPr>
          <p:cNvPr id="50" name="" descr=""/>
          <p:cNvPicPr/>
          <p:nvPr/>
        </p:nvPicPr>
        <p:blipFill>
          <a:blip r:embed="rId2"/>
          <a:stretch/>
        </p:blipFill>
        <p:spPr>
          <a:xfrm>
            <a:off x="685800" y="139680"/>
            <a:ext cx="2660400" cy="2574000"/>
          </a:xfrm>
          <a:prstGeom prst="rect">
            <a:avLst/>
          </a:prstGeom>
          <a:ln w="0">
            <a:noFill/>
          </a:ln>
        </p:spPr>
      </p:pic>
      <p:sp>
        <p:nvSpPr>
          <p:cNvPr id="51" name=""/>
          <p:cNvSpPr/>
          <p:nvPr/>
        </p:nvSpPr>
        <p:spPr>
          <a:xfrm flipV="1">
            <a:off x="1758600" y="1837800"/>
            <a:ext cx="429120" cy="2145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" name=""/>
          <p:cNvSpPr/>
          <p:nvPr/>
        </p:nvSpPr>
        <p:spPr>
          <a:xfrm flipV="1">
            <a:off x="1750320" y="2556360"/>
            <a:ext cx="429120" cy="2142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" name=""/>
          <p:cNvSpPr/>
          <p:nvPr/>
        </p:nvSpPr>
        <p:spPr>
          <a:xfrm>
            <a:off x="1092960" y="2610720"/>
            <a:ext cx="96408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</a:rPr>
              <a:t>Click 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1092960" y="1833480"/>
            <a:ext cx="96408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</a:rPr>
              <a:t>Click 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 flipV="1">
            <a:off x="3691800" y="181800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54000" bIns="-54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56" name="" descr=""/>
          <p:cNvPicPr/>
          <p:nvPr/>
        </p:nvPicPr>
        <p:blipFill>
          <a:blip r:embed="rId3"/>
          <a:stretch/>
        </p:blipFill>
        <p:spPr>
          <a:xfrm>
            <a:off x="4572000" y="2876400"/>
            <a:ext cx="2834280" cy="2742840"/>
          </a:xfrm>
          <a:prstGeom prst="rect">
            <a:avLst/>
          </a:prstGeom>
          <a:ln w="0">
            <a:noFill/>
          </a:ln>
        </p:spPr>
      </p:pic>
      <p:pic>
        <p:nvPicPr>
          <p:cNvPr id="57" name="" descr=""/>
          <p:cNvPicPr/>
          <p:nvPr/>
        </p:nvPicPr>
        <p:blipFill>
          <a:blip r:embed="rId4"/>
          <a:stretch/>
        </p:blipFill>
        <p:spPr>
          <a:xfrm>
            <a:off x="545760" y="2927520"/>
            <a:ext cx="2834280" cy="2742840"/>
          </a:xfrm>
          <a:prstGeom prst="rect">
            <a:avLst/>
          </a:prstGeom>
          <a:ln w="0">
            <a:noFill/>
          </a:ln>
        </p:spPr>
      </p:pic>
      <p:sp>
        <p:nvSpPr>
          <p:cNvPr id="58" name=""/>
          <p:cNvSpPr/>
          <p:nvPr/>
        </p:nvSpPr>
        <p:spPr>
          <a:xfrm flipH="1" flipV="1">
            <a:off x="3682440" y="451548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54000" bIns="-54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9" name=""/>
          <p:cNvSpPr/>
          <p:nvPr/>
        </p:nvSpPr>
        <p:spPr>
          <a:xfrm flipV="1">
            <a:off x="5484960" y="4977720"/>
            <a:ext cx="429120" cy="21420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" name=""/>
          <p:cNvSpPr/>
          <p:nvPr/>
        </p:nvSpPr>
        <p:spPr>
          <a:xfrm>
            <a:off x="4765320" y="5023080"/>
            <a:ext cx="96408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</a:rPr>
              <a:t>Double click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3577680" y="4159440"/>
            <a:ext cx="11505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</a:rPr>
              <a:t>Unlinking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3614040" y="1459800"/>
            <a:ext cx="11505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</a:rPr>
              <a:t>Linking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" descr=""/>
          <p:cNvPicPr/>
          <p:nvPr/>
        </p:nvPicPr>
        <p:blipFill>
          <a:blip r:embed="rId1"/>
          <a:stretch/>
        </p:blipFill>
        <p:spPr>
          <a:xfrm>
            <a:off x="1826640" y="1700280"/>
            <a:ext cx="6495480" cy="2313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" descr=""/>
          <p:cNvPicPr/>
          <p:nvPr/>
        </p:nvPicPr>
        <p:blipFill>
          <a:blip r:embed="rId1"/>
          <a:stretch/>
        </p:blipFill>
        <p:spPr>
          <a:xfrm>
            <a:off x="694800" y="1417320"/>
            <a:ext cx="3420000" cy="2926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" descr=""/>
          <p:cNvPicPr/>
          <p:nvPr/>
        </p:nvPicPr>
        <p:blipFill>
          <a:blip r:embed="rId1"/>
          <a:stretch/>
        </p:blipFill>
        <p:spPr>
          <a:xfrm>
            <a:off x="1143000" y="1107000"/>
            <a:ext cx="3639240" cy="2926080"/>
          </a:xfrm>
          <a:prstGeom prst="rect">
            <a:avLst/>
          </a:prstGeom>
          <a:ln w="0">
            <a:noFill/>
          </a:ln>
        </p:spPr>
      </p:pic>
      <p:pic>
        <p:nvPicPr>
          <p:cNvPr id="66" name="" descr=""/>
          <p:cNvPicPr/>
          <p:nvPr/>
        </p:nvPicPr>
        <p:blipFill>
          <a:blip r:embed="rId2"/>
          <a:stretch/>
        </p:blipFill>
        <p:spPr>
          <a:xfrm>
            <a:off x="5257800" y="1104120"/>
            <a:ext cx="3639240" cy="2926080"/>
          </a:xfrm>
          <a:prstGeom prst="rect">
            <a:avLst/>
          </a:prstGeom>
          <a:ln w="0">
            <a:noFill/>
          </a:ln>
        </p:spPr>
      </p:pic>
      <p:sp>
        <p:nvSpPr>
          <p:cNvPr id="67" name=""/>
          <p:cNvSpPr/>
          <p:nvPr/>
        </p:nvSpPr>
        <p:spPr>
          <a:xfrm flipV="1">
            <a:off x="4690800" y="2211120"/>
            <a:ext cx="700200" cy="9360"/>
          </a:xfrm>
          <a:prstGeom prst="line">
            <a:avLst/>
          </a:prstGeom>
          <a:ln w="36720">
            <a:solidFill>
              <a:srgbClr val="ff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54000" bIns="-54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486</TotalTime>
  <Application>LibreOffice/7.6.7.2$Linux_X86_64 LibreOffice_project/60$Build-2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2025-12-10T15:46:13Z</dcterms:created>
  <dc:creator>Pierre Tuffery</dc:creator>
  <dc:description/>
  <dc:language>en-US</dc:language>
  <cp:lastModifiedBy>Pierre Tuffery</cp:lastModifiedBy>
  <dcterms:modified xsi:type="dcterms:W3CDTF">2025-12-12T20:57:21Z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